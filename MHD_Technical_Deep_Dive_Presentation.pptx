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Deep Dive: MHD Applications, Fuel-Agnostic Systems, and Hydrogen Pathways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ENGINEERABLY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MHD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Magnetohydrodynamics (MHD) studies the dynamics of electrically conducting fluids.</a:t>
            </a:r>
          </a:p>
          <a:p>
            <a:pPr/>
            <a:r>
              <a:t>Combines principles of electromagnetism and fluid dynamics.</a:t>
            </a:r>
          </a:p>
          <a:p>
            <a:pPr/>
            <a:r>
              <a:t>Applications span energy generation, propulsion, and thermal management.</a:t>
            </a:r>
          </a:p>
          <a:p>
            <a:pPr/>
            <a:r>
              <a:t>Enables contactless force and heat transfer in extreme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MHD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MHD Generators: Direct conversion of thermal to electrical energy.</a:t>
            </a:r>
          </a:p>
          <a:p>
            <a:pPr/>
            <a:r>
              <a:t>Plasma Thrusters: Space propulsion using ionized gases.</a:t>
            </a:r>
          </a:p>
          <a:p>
            <a:pPr/>
            <a:r>
              <a:t>MHD Cooling: Heat removal in nuclear and aerospace systems.</a:t>
            </a:r>
          </a:p>
          <a:p>
            <a:pPr/>
            <a:r>
              <a:t>MHD Pumps: Moving conductive fluids without mechanical parts.</a:t>
            </a:r>
          </a:p>
          <a:p>
            <a:pPr/>
            <a:r>
              <a:t>MHD Bearings: Frictionless support for rotating machinery.</a:t>
            </a:r>
          </a:p>
          <a:p>
            <a:pPr/>
            <a:r>
              <a:t>Aerobraking: Plasma-based drag modulation for reentry vehicles.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MHD Applications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3716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6858000"/>
              </a:tblGrid>
              <a:tr h="783771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t>MHD Generators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Direct energy conversion from hot gases to electricity.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t>Plasma Thrusters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Efficient propulsion using ionized gases in space.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t>MHD Cooling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Heat extraction in high-temperature systems.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t>MHD 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Non-mechanical pumping of conductive fluids.</a:t>
                      </a:r>
                    </a:p>
                  </a:txBody>
                  <a:tcPr/>
                </a:tc>
              </a:tr>
              <a:tr h="783771">
                <a:tc>
                  <a:txBody>
                    <a:bodyPr/>
                    <a:lstStyle/>
                    <a:p>
                      <a:r>
                        <a:t>MHD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Magnetic suspension for rotating parts.</a:t>
                      </a:r>
                    </a:p>
                  </a:txBody>
                  <a:tcPr/>
                </a:tc>
              </a:tr>
              <a:tr h="783774">
                <a:tc>
                  <a:txBody>
                    <a:bodyPr/>
                    <a:lstStyle/>
                    <a:p>
                      <a:r>
                        <a:t>Aerobraking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Plasma-assisted atmospheric reentry deceleration.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Obscure/Experimental MHD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Seawater Thrusters: Marine propulsion using saltwater conductivity.</a:t>
            </a:r>
          </a:p>
          <a:p>
            <a:pPr/>
            <a:r>
              <a:t>Molten Salt Pumps: For high-temperature nuclear reactors.</a:t>
            </a:r>
          </a:p>
          <a:p>
            <a:pPr/>
            <a:r>
              <a:t>Nanofluid Pumps: Micro-scale thermal management.</a:t>
            </a:r>
          </a:p>
          <a:p>
            <a:pPr/>
            <a:r>
              <a:t>Hypersonic Flow Control: Plasma shaping of shockwaves.</a:t>
            </a:r>
          </a:p>
          <a:p>
            <a:pPr/>
            <a:r>
              <a:t>Desalination Concepts: Using MHD for water purification.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Obscure MHD Applications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3716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6858000"/>
              </a:tblGrid>
              <a:tr h="914400">
                <a:tc>
                  <a:txBody>
                    <a:bodyPr/>
                    <a:lstStyle/>
                    <a:p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Seawater Thrusters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Marine propulsion using conductive seawater.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Molten Salt 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Circulation in molten salt reactors.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Nanofluid 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Microfluidic cooling systems.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Hypersonic Flow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Manipulating boundary layers with plasma.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Desalination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Electromagnetic separation of salts.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Biofuel Matrix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Classification of fuels by chemical family and properties.</a:t>
            </a:r>
          </a:p>
          <a:p>
            <a:pPr/>
            <a:r>
              <a:t>Evaluates combustion behavior, emissions, and compatibility.</a:t>
            </a:r>
          </a:p>
          <a:p>
            <a:pPr/>
            <a:r>
              <a:t>Supports design of fuel-agnostic energy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Families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Alcohols: Methanol, Ethanol, Butanol.</a:t>
            </a:r>
          </a:p>
          <a:p>
            <a:pPr/>
            <a:r>
              <a:t>Ketones: Acetone, MIBK.</a:t>
            </a:r>
          </a:p>
          <a:p>
            <a:pPr/>
            <a:r>
              <a:t>Ethers: DME, MTBE.</a:t>
            </a:r>
          </a:p>
          <a:p>
            <a:pPr/>
            <a:r>
              <a:t>Esters: Biodiesel (FAME), Methyl esters.</a:t>
            </a:r>
          </a:p>
          <a:p>
            <a:pPr/>
            <a:r>
              <a:t>Hydrocarbons: Alkanes, Alkenes, Aromatics.</a:t>
            </a:r>
          </a:p>
          <a:p>
            <a:pPr/>
            <a:r>
              <a:t>Ammonia: NH₃ as a hydrogen carrier.</a:t>
            </a:r>
          </a:p>
          <a:p>
            <a:pPr/>
            <a:r>
              <a:t>Hydrogen: H₂ gas and liquid.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Behavioural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Volatility, autoignition temperature, flame speed vary by family.</a:t>
            </a:r>
          </a:p>
          <a:p>
            <a:pPr/>
            <a:r>
              <a:t>Alcohols: High octane, water soluble.</a:t>
            </a:r>
          </a:p>
          <a:p>
            <a:pPr/>
            <a:r>
              <a:t>Ethers: Clean combustion, moderate energy density.</a:t>
            </a:r>
          </a:p>
          <a:p>
            <a:pPr/>
            <a:r>
              <a:t>Ammonia: Low flame speed, requires catalytic ignition.</a:t>
            </a:r>
          </a:p>
          <a:p>
            <a:pPr/>
            <a:r>
              <a:t>Hydrogen: High diffusivity, wide flammability range.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Emissions and Environmental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Alcohols and ethers: Low soot, moderate NOx.</a:t>
            </a:r>
          </a:p>
          <a:p>
            <a:pPr/>
            <a:r>
              <a:t>Esters: Biodegradable, but may emit particulates.</a:t>
            </a:r>
          </a:p>
          <a:p>
            <a:pPr/>
            <a:r>
              <a:t>Hydrocarbons: High CO₂ and soot emissions.</a:t>
            </a:r>
          </a:p>
          <a:p>
            <a:pPr/>
            <a:r>
              <a:t>Ammonia: Zero carbon, emits NOx.</a:t>
            </a:r>
          </a:p>
          <a:p>
            <a:pPr/>
            <a:r>
              <a:t>Hydrogen: Zero emissions at point of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Positioning of Fuel Families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Hydrocarbons: Low cost, mature infrastructure.</a:t>
            </a:r>
          </a:p>
          <a:p>
            <a:pPr/>
            <a:r>
              <a:t>Alcohols: Moderate cost, renewable potential.</a:t>
            </a:r>
          </a:p>
          <a:p>
            <a:pPr/>
            <a:r>
              <a:t>Ammonia: Competitive as hydrogen carrier.</a:t>
            </a:r>
          </a:p>
          <a:p>
            <a:pPr/>
            <a:r>
              <a:t>Hydrogen: High cost, storage challenges.</a:t>
            </a:r>
          </a:p>
          <a:p>
            <a:pPr/>
            <a:r>
              <a:t>Ethers/Esters: Niche applications, cost-sensitive.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Design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Fuel-agnostic systems must handle diverse combustion properties.</a:t>
            </a:r>
          </a:p>
          <a:p>
            <a:pPr/>
            <a:r>
              <a:t>Material compatibility with corrosive fuels (e.g., ammonia).</a:t>
            </a:r>
          </a:p>
          <a:p>
            <a:pPr/>
            <a:r>
              <a:t>Variable ignition systems for different autoignition temps.</a:t>
            </a:r>
          </a:p>
          <a:p>
            <a:pPr/>
            <a:r>
              <a:t>Modular injectors and combustion chambers.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Constraints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Thermal management across fuel types.</a:t>
            </a:r>
          </a:p>
          <a:p>
            <a:pPr/>
            <a:r>
              <a:t>Sensor calibration for multi-fuel detection.</a:t>
            </a:r>
          </a:p>
          <a:p>
            <a:pPr/>
            <a:r>
              <a:t>Opportunities in modular, reconfigurable engines.</a:t>
            </a:r>
          </a:p>
          <a:p>
            <a:pPr/>
            <a:r>
              <a:t>Challenges in emissions control and certification.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Korean Research: MHD Dynamos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Exploration of self-excited MHD generators.</a:t>
            </a:r>
          </a:p>
          <a:p>
            <a:pPr/>
            <a:r>
              <a:t>Focus on closed-loop liquid metal systems.</a:t>
            </a:r>
          </a:p>
          <a:p>
            <a:pPr/>
            <a:r>
              <a:t>Potential for compact, high-efficiency power sources.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Korean Research: Thermochemical Water Splitting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TWSC for hydrogen production using solar/nuclear heat.</a:t>
            </a:r>
          </a:p>
          <a:p>
            <a:pPr/>
            <a:r>
              <a:t>Integration with MHD systems for energy recovery.</a:t>
            </a:r>
          </a:p>
          <a:p>
            <a:pPr/>
            <a:r>
              <a:t>Focus on sulfur–iodine and hybrid cycles.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Hydrogen vs Carbon Energy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Hydrogen-rich fuels offer higher energy per unit carbon.</a:t>
            </a:r>
          </a:p>
          <a:p>
            <a:pPr/>
            <a:r>
              <a:t>Methane: 4 H per C → high H/C ratio.</a:t>
            </a:r>
          </a:p>
          <a:p>
            <a:pPr/>
            <a:r>
              <a:t>Aromatics: low H/C ratio → more CO₂ per MJ.</a:t>
            </a:r>
          </a:p>
          <a:p>
            <a:pPr/>
            <a:r>
              <a:t>Implications for decarbonization strategies.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for Hydrogen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Fuels with high H/C ratios are better for hydrogen production.</a:t>
            </a:r>
          </a:p>
          <a:p>
            <a:pPr/>
            <a:r>
              <a:t>Steam reforming vs pyrolysis trade-offs.</a:t>
            </a:r>
          </a:p>
          <a:p>
            <a:pPr/>
            <a:r>
              <a:t>Carbon management critical for net-zero pathways.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Energy Reserves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Oil, gas, coal dominate current reserves.</a:t>
            </a:r>
          </a:p>
          <a:p>
            <a:pPr/>
            <a:r>
              <a:t>Uranium and thorium offer nuclear alternatives.</a:t>
            </a:r>
          </a:p>
          <a:p>
            <a:pPr/>
            <a:r>
              <a:t>Hydrogen potential tied to renewable electricity.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Energy Reserves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Oil: ~1.7 trillion barrels.</a:t>
            </a:r>
          </a:p>
          <a:p>
            <a:pPr/>
            <a:r>
              <a:t>Natural Gas: ~7,000 Tcf.</a:t>
            </a:r>
          </a:p>
          <a:p>
            <a:pPr/>
            <a:r>
              <a:t>Coal: ~1 trillion tonnes (mostly bituminous/lignite).</a:t>
            </a:r>
          </a:p>
          <a:p>
            <a:pPr/>
            <a:r>
              <a:t>Uranium: ~6 million tonnes.</a:t>
            </a:r>
          </a:p>
          <a:p>
            <a:pPr/>
            <a:r>
              <a:t>Thorium: ~6 million tonnes.</a:t>
            </a:r>
          </a:p>
          <a:p>
            <a:pPr/>
            <a:r>
              <a:t>Hydrogen: Vast but requires energy input to extract.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Hydrogen Carriers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Compressed H₂, Liquid H₂, LOHCs, Ammonia.</a:t>
            </a:r>
          </a:p>
          <a:p>
            <a:pPr/>
            <a:r>
              <a:t>Trade-offs in energy density, safety, infrastructure.</a:t>
            </a:r>
          </a:p>
          <a:p>
            <a:pPr/>
            <a:r>
              <a:t>Ammonia gaining traction for long-distance transport.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Ammonia Logistics and Energy Density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Ammonia: 17.6% hydrogen by weight.</a:t>
            </a:r>
          </a:p>
          <a:p>
            <a:pPr/>
            <a:r>
              <a:t>Easier to liquefy and transport than H₂.</a:t>
            </a:r>
          </a:p>
          <a:p>
            <a:pPr/>
            <a:r>
              <a:t>Existing infrastructure (fertilizer industry).</a:t>
            </a:r>
          </a:p>
          <a:p>
            <a:pPr/>
            <a:r>
              <a:t>Toxicity and NOx emissions are challenges.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Hydrogen Carriers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Compressed H₂: Low density, high pressure.</a:t>
            </a:r>
          </a:p>
          <a:p>
            <a:pPr/>
            <a:r>
              <a:t>Liquid H₂: High density, cryogenic storage.</a:t>
            </a:r>
          </a:p>
          <a:p>
            <a:pPr/>
            <a:r>
              <a:t>LOHCs: Safe, but energy-intensive release.</a:t>
            </a:r>
          </a:p>
          <a:p>
            <a:pPr/>
            <a:r>
              <a:t>Ammonia: High density, easier storage, toxic.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and Infrastructure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Hydrogen: Flammability, embrittlement of metals.</a:t>
            </a:r>
          </a:p>
          <a:p>
            <a:pPr/>
            <a:r>
              <a:t>Ammonia: Toxicity, requires leak detection.</a:t>
            </a:r>
          </a:p>
          <a:p>
            <a:pPr/>
            <a:r>
              <a:t>Need for new standards and retrofitting infrastructure.</a:t>
            </a:r>
          </a:p>
          <a:p>
            <a:pPr/>
            <a:r>
              <a:t>Public perception and regulatory hurdles.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Implications for Energy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Fuel-agnostic systems increase resilience.</a:t>
            </a:r>
          </a:p>
          <a:p>
            <a:pPr/>
            <a:r>
              <a:t>Hydrogen and ammonia key to decarbonization.</a:t>
            </a:r>
          </a:p>
          <a:p>
            <a:pPr/>
            <a:r>
              <a:t>MHD offers compact, efficient energy conversion.</a:t>
            </a:r>
          </a:p>
          <a:p>
            <a:pPr/>
            <a:r>
              <a:t>Integration with renewables and nuclear is critical.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MHD enables advanced energy and propulsion systems.</a:t>
            </a:r>
          </a:p>
          <a:p>
            <a:pPr/>
            <a:r>
              <a:t>Fuel-agnostic design supports diverse energy carriers.</a:t>
            </a:r>
          </a:p>
          <a:p>
            <a:pPr/>
            <a:r>
              <a:t>Hydrogen and ammonia are central to future energy.</a:t>
            </a:r>
          </a:p>
          <a:p>
            <a:pPr/>
            <a:r>
              <a:t>Cross-disciplinary R&amp;D is essential for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